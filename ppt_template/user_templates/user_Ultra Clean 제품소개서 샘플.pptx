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59" r:id="rId10"/>
  </p:sldIdLst>
  <p:sldSz cx="9145588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30" userDrawn="1">
          <p15:clr>
            <a:srgbClr val="A4A3A4"/>
          </p15:clr>
        </p15:guide>
        <p15:guide id="3" pos="288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박형식" initials="박" lastIdx="1" clrIdx="0">
    <p:extLst>
      <p:ext uri="{19B8F6BF-5375-455C-9EA6-DF929625EA0E}">
        <p15:presenceInfo xmlns:p15="http://schemas.microsoft.com/office/powerpoint/2012/main" userId="S-1-5-21-405867720-3747463574-3748447051-1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B8CF"/>
    <a:srgbClr val="6B7286"/>
    <a:srgbClr val="333B52"/>
    <a:srgbClr val="79829D"/>
    <a:srgbClr val="DDDDDD"/>
    <a:srgbClr val="E9E9E9"/>
    <a:srgbClr val="3B3778"/>
    <a:srgbClr val="5C8AFF"/>
    <a:srgbClr val="EAEAEA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23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1426" y="48"/>
      </p:cViewPr>
      <p:guideLst>
        <p:guide orient="horz" pos="2160"/>
        <p:guide pos="3130"/>
        <p:guide pos="288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그룹 81"/>
          <p:cNvGrpSpPr/>
          <p:nvPr userDrawn="1"/>
        </p:nvGrpSpPr>
        <p:grpSpPr>
          <a:xfrm>
            <a:off x="-121380" y="1792183"/>
            <a:ext cx="4659277" cy="5150785"/>
            <a:chOff x="-121381" y="1792181"/>
            <a:chExt cx="4659277" cy="5150785"/>
          </a:xfrm>
        </p:grpSpPr>
        <p:cxnSp>
          <p:nvCxnSpPr>
            <p:cNvPr id="4" name="직선 연결선 3"/>
            <p:cNvCxnSpPr/>
            <p:nvPr userDrawn="1"/>
          </p:nvCxnSpPr>
          <p:spPr>
            <a:xfrm flipV="1">
              <a:off x="0" y="2298138"/>
              <a:ext cx="2832212" cy="679731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 userDrawn="1"/>
          </p:nvCxnSpPr>
          <p:spPr>
            <a:xfrm flipH="1">
              <a:off x="291314" y="1844984"/>
              <a:ext cx="1003412" cy="5097982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 userDrawn="1"/>
          </p:nvCxnSpPr>
          <p:spPr>
            <a:xfrm>
              <a:off x="1294726" y="1844984"/>
              <a:ext cx="1108609" cy="4118846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 userDrawn="1"/>
          </p:nvCxnSpPr>
          <p:spPr>
            <a:xfrm flipH="1">
              <a:off x="1108609" y="2888857"/>
              <a:ext cx="3366287" cy="4054109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 userDrawn="1"/>
          </p:nvCxnSpPr>
          <p:spPr>
            <a:xfrm flipV="1">
              <a:off x="0" y="2298138"/>
              <a:ext cx="2832212" cy="1521303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 userDrawn="1"/>
          </p:nvCxnSpPr>
          <p:spPr>
            <a:xfrm flipV="1">
              <a:off x="3228722" y="2888857"/>
              <a:ext cx="1246174" cy="331773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/>
            <p:cNvCxnSpPr/>
            <p:nvPr userDrawn="1"/>
          </p:nvCxnSpPr>
          <p:spPr>
            <a:xfrm flipV="1">
              <a:off x="0" y="2880765"/>
              <a:ext cx="4474896" cy="3641416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 userDrawn="1"/>
          </p:nvCxnSpPr>
          <p:spPr>
            <a:xfrm>
              <a:off x="0" y="5405480"/>
              <a:ext cx="2403335" cy="558350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/>
            <p:cNvCxnSpPr/>
            <p:nvPr userDrawn="1"/>
          </p:nvCxnSpPr>
          <p:spPr>
            <a:xfrm flipV="1">
              <a:off x="0" y="5963830"/>
              <a:ext cx="2403335" cy="784928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 flipV="1">
              <a:off x="1043873" y="2880765"/>
              <a:ext cx="639270" cy="2743200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/>
            <p:cNvCxnSpPr/>
            <p:nvPr userDrawn="1"/>
          </p:nvCxnSpPr>
          <p:spPr>
            <a:xfrm flipH="1" flipV="1">
              <a:off x="0" y="3965097"/>
              <a:ext cx="2832212" cy="287268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/>
            <p:cNvCxnSpPr/>
            <p:nvPr userDrawn="1"/>
          </p:nvCxnSpPr>
          <p:spPr>
            <a:xfrm flipH="1">
              <a:off x="2103929" y="2298138"/>
              <a:ext cx="728283" cy="2557083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/>
            <p:cNvCxnSpPr>
              <a:endCxn id="57" idx="1"/>
            </p:cNvCxnSpPr>
            <p:nvPr userDrawn="1"/>
          </p:nvCxnSpPr>
          <p:spPr>
            <a:xfrm>
              <a:off x="1683143" y="2896949"/>
              <a:ext cx="1096429" cy="1288328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/>
            <p:cNvCxnSpPr/>
            <p:nvPr userDrawn="1"/>
          </p:nvCxnSpPr>
          <p:spPr>
            <a:xfrm>
              <a:off x="1683143" y="2880765"/>
              <a:ext cx="1545579" cy="339865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/>
            <p:cNvCxnSpPr/>
            <p:nvPr userDrawn="1"/>
          </p:nvCxnSpPr>
          <p:spPr>
            <a:xfrm flipH="1">
              <a:off x="1043873" y="3220630"/>
              <a:ext cx="2184849" cy="2464025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/>
            <p:cNvCxnSpPr/>
            <p:nvPr userDrawn="1"/>
          </p:nvCxnSpPr>
          <p:spPr>
            <a:xfrm flipH="1" flipV="1">
              <a:off x="-121381" y="3350103"/>
              <a:ext cx="2257678" cy="1505118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/>
            <p:cNvCxnSpPr/>
            <p:nvPr userDrawn="1"/>
          </p:nvCxnSpPr>
          <p:spPr>
            <a:xfrm flipH="1" flipV="1">
              <a:off x="0" y="4701473"/>
              <a:ext cx="2103929" cy="153748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/>
            <p:cNvCxnSpPr>
              <a:stCxn id="63" idx="4"/>
            </p:cNvCxnSpPr>
            <p:nvPr userDrawn="1"/>
          </p:nvCxnSpPr>
          <p:spPr>
            <a:xfrm flipH="1" flipV="1">
              <a:off x="1683143" y="2896949"/>
              <a:ext cx="70519" cy="3348366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/>
            <p:cNvCxnSpPr>
              <a:stCxn id="55" idx="2"/>
            </p:cNvCxnSpPr>
            <p:nvPr userDrawn="1"/>
          </p:nvCxnSpPr>
          <p:spPr>
            <a:xfrm flipH="1" flipV="1">
              <a:off x="0" y="2880765"/>
              <a:ext cx="4411896" cy="17920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타원 52"/>
            <p:cNvSpPr/>
            <p:nvPr userDrawn="1"/>
          </p:nvSpPr>
          <p:spPr>
            <a:xfrm>
              <a:off x="1242127" y="1792181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54" name="타원 53"/>
            <p:cNvSpPr/>
            <p:nvPr userDrawn="1"/>
          </p:nvSpPr>
          <p:spPr>
            <a:xfrm>
              <a:off x="2753028" y="2243230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55" name="타원 54"/>
            <p:cNvSpPr/>
            <p:nvPr userDrawn="1"/>
          </p:nvSpPr>
          <p:spPr>
            <a:xfrm>
              <a:off x="4411896" y="2835685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56" name="타원 55"/>
            <p:cNvSpPr/>
            <p:nvPr userDrawn="1"/>
          </p:nvSpPr>
          <p:spPr>
            <a:xfrm>
              <a:off x="3198090" y="3173814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57" name="타원 56"/>
            <p:cNvSpPr/>
            <p:nvPr userDrawn="1"/>
          </p:nvSpPr>
          <p:spPr>
            <a:xfrm>
              <a:off x="2761120" y="4166825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58" name="타원 57"/>
            <p:cNvSpPr/>
            <p:nvPr userDrawn="1"/>
          </p:nvSpPr>
          <p:spPr>
            <a:xfrm>
              <a:off x="2057113" y="4762163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59" name="타원 58"/>
            <p:cNvSpPr/>
            <p:nvPr userDrawn="1"/>
          </p:nvSpPr>
          <p:spPr>
            <a:xfrm>
              <a:off x="1628235" y="2835685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60" name="타원 59"/>
            <p:cNvSpPr/>
            <p:nvPr userDrawn="1"/>
          </p:nvSpPr>
          <p:spPr>
            <a:xfrm>
              <a:off x="825388" y="3974639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61" name="타원 60"/>
            <p:cNvSpPr/>
            <p:nvPr userDrawn="1"/>
          </p:nvSpPr>
          <p:spPr>
            <a:xfrm>
              <a:off x="252590" y="3582462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62" name="타원 61"/>
            <p:cNvSpPr/>
            <p:nvPr userDrawn="1"/>
          </p:nvSpPr>
          <p:spPr>
            <a:xfrm>
              <a:off x="997445" y="5582931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63" name="타원 62"/>
            <p:cNvSpPr/>
            <p:nvPr userDrawn="1"/>
          </p:nvSpPr>
          <p:spPr>
            <a:xfrm>
              <a:off x="1690662" y="6119315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64" name="타원 63"/>
            <p:cNvSpPr/>
            <p:nvPr userDrawn="1"/>
          </p:nvSpPr>
          <p:spPr>
            <a:xfrm>
              <a:off x="2342071" y="5892738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7420867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그룹 77"/>
          <p:cNvGrpSpPr/>
          <p:nvPr userDrawn="1"/>
        </p:nvGrpSpPr>
        <p:grpSpPr>
          <a:xfrm>
            <a:off x="0" y="85527"/>
            <a:ext cx="2321169" cy="2685620"/>
            <a:chOff x="0" y="228402"/>
            <a:chExt cx="2321169" cy="2685620"/>
          </a:xfrm>
        </p:grpSpPr>
        <p:cxnSp>
          <p:nvCxnSpPr>
            <p:cNvPr id="4" name="직선 연결선 3"/>
            <p:cNvCxnSpPr/>
            <p:nvPr userDrawn="1"/>
          </p:nvCxnSpPr>
          <p:spPr>
            <a:xfrm flipV="1">
              <a:off x="0" y="281354"/>
              <a:ext cx="974690" cy="532562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/>
            <p:cNvCxnSpPr/>
            <p:nvPr userDrawn="1"/>
          </p:nvCxnSpPr>
          <p:spPr>
            <a:xfrm flipV="1">
              <a:off x="0" y="281354"/>
              <a:ext cx="974690" cy="974690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 userDrawn="1"/>
          </p:nvCxnSpPr>
          <p:spPr>
            <a:xfrm>
              <a:off x="0" y="1125415"/>
              <a:ext cx="391886" cy="954594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/>
            <p:nvPr userDrawn="1"/>
          </p:nvCxnSpPr>
          <p:spPr>
            <a:xfrm flipH="1">
              <a:off x="391886" y="281354"/>
              <a:ext cx="582804" cy="1798655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/>
            <p:nvPr userDrawn="1"/>
          </p:nvCxnSpPr>
          <p:spPr>
            <a:xfrm flipV="1">
              <a:off x="0" y="1125415"/>
              <a:ext cx="2039815" cy="477297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 userDrawn="1"/>
          </p:nvCxnSpPr>
          <p:spPr>
            <a:xfrm flipH="1" flipV="1">
              <a:off x="974690" y="281354"/>
              <a:ext cx="1065125" cy="844061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 userDrawn="1"/>
          </p:nvCxnSpPr>
          <p:spPr>
            <a:xfrm>
              <a:off x="974690" y="281354"/>
              <a:ext cx="1346479" cy="2632668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 userDrawn="1"/>
          </p:nvCxnSpPr>
          <p:spPr>
            <a:xfrm flipH="1" flipV="1">
              <a:off x="1406769" y="1979525"/>
              <a:ext cx="914400" cy="934497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 userDrawn="1"/>
          </p:nvCxnSpPr>
          <p:spPr>
            <a:xfrm flipH="1" flipV="1">
              <a:off x="0" y="1477108"/>
              <a:ext cx="1406769" cy="502417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 userDrawn="1"/>
          </p:nvCxnSpPr>
          <p:spPr>
            <a:xfrm flipH="1" flipV="1">
              <a:off x="0" y="1868993"/>
              <a:ext cx="2321169" cy="1045029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 userDrawn="1"/>
          </p:nvCxnSpPr>
          <p:spPr>
            <a:xfrm flipH="1" flipV="1">
              <a:off x="0" y="2391507"/>
              <a:ext cx="2321169" cy="522515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타원 62"/>
            <p:cNvSpPr/>
            <p:nvPr userDrawn="1"/>
          </p:nvSpPr>
          <p:spPr>
            <a:xfrm>
              <a:off x="1984151" y="1054681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64" name="타원 63"/>
            <p:cNvSpPr/>
            <p:nvPr userDrawn="1"/>
          </p:nvSpPr>
          <p:spPr>
            <a:xfrm>
              <a:off x="912965" y="228402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65" name="타원 64"/>
            <p:cNvSpPr/>
            <p:nvPr userDrawn="1"/>
          </p:nvSpPr>
          <p:spPr>
            <a:xfrm>
              <a:off x="1380214" y="1936622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67" name="타원 66"/>
            <p:cNvSpPr/>
            <p:nvPr userDrawn="1"/>
          </p:nvSpPr>
          <p:spPr>
            <a:xfrm>
              <a:off x="325135" y="1993562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68" name="타원 67"/>
            <p:cNvSpPr/>
            <p:nvPr userDrawn="1"/>
          </p:nvSpPr>
          <p:spPr>
            <a:xfrm>
              <a:off x="219231" y="581373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grpSp>
        <p:nvGrpSpPr>
          <p:cNvPr id="77" name="그룹 76"/>
          <p:cNvGrpSpPr/>
          <p:nvPr userDrawn="1"/>
        </p:nvGrpSpPr>
        <p:grpSpPr>
          <a:xfrm>
            <a:off x="5542300" y="4019341"/>
            <a:ext cx="4263211" cy="2914022"/>
            <a:chOff x="5021466" y="4019341"/>
            <a:chExt cx="4263211" cy="2914022"/>
          </a:xfrm>
        </p:grpSpPr>
        <p:cxnSp>
          <p:nvCxnSpPr>
            <p:cNvPr id="26" name="직선 연결선 25"/>
            <p:cNvCxnSpPr/>
            <p:nvPr userDrawn="1"/>
          </p:nvCxnSpPr>
          <p:spPr>
            <a:xfrm flipV="1">
              <a:off x="5084466" y="4019341"/>
              <a:ext cx="4061122" cy="2522136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 userDrawn="1"/>
          </p:nvCxnSpPr>
          <p:spPr>
            <a:xfrm>
              <a:off x="8038681" y="4290646"/>
              <a:ext cx="1245996" cy="763675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/>
            <p:cNvCxnSpPr/>
            <p:nvPr userDrawn="1"/>
          </p:nvCxnSpPr>
          <p:spPr>
            <a:xfrm>
              <a:off x="8038681" y="4290646"/>
              <a:ext cx="1245996" cy="0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 flipH="1">
              <a:off x="7777424" y="4290646"/>
              <a:ext cx="261257" cy="2567354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/>
            <p:cNvCxnSpPr/>
            <p:nvPr userDrawn="1"/>
          </p:nvCxnSpPr>
          <p:spPr>
            <a:xfrm>
              <a:off x="5084466" y="6541477"/>
              <a:ext cx="1296237" cy="80387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 userDrawn="1"/>
          </p:nvCxnSpPr>
          <p:spPr>
            <a:xfrm>
              <a:off x="5084466" y="6541477"/>
              <a:ext cx="884255" cy="316523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/>
            <p:cNvCxnSpPr/>
            <p:nvPr userDrawn="1"/>
          </p:nvCxnSpPr>
          <p:spPr>
            <a:xfrm flipV="1">
              <a:off x="5084466" y="4973934"/>
              <a:ext cx="4200211" cy="1607736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/>
            <p:cNvCxnSpPr/>
            <p:nvPr userDrawn="1"/>
          </p:nvCxnSpPr>
          <p:spPr>
            <a:xfrm>
              <a:off x="7908052" y="5466303"/>
              <a:ext cx="1236742" cy="1391697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/>
            <p:cNvCxnSpPr/>
            <p:nvPr userDrawn="1"/>
          </p:nvCxnSpPr>
          <p:spPr>
            <a:xfrm>
              <a:off x="7043895" y="5777802"/>
              <a:ext cx="562707" cy="1155561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/>
            <p:cNvCxnSpPr/>
            <p:nvPr userDrawn="1"/>
          </p:nvCxnSpPr>
          <p:spPr>
            <a:xfrm flipV="1">
              <a:off x="6380703" y="5164853"/>
              <a:ext cx="2903974" cy="1457011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/>
            <p:cNvCxnSpPr/>
            <p:nvPr userDrawn="1"/>
          </p:nvCxnSpPr>
          <p:spPr>
            <a:xfrm>
              <a:off x="7043895" y="5777802"/>
              <a:ext cx="2240782" cy="1080198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/>
            <p:cNvCxnSpPr/>
            <p:nvPr userDrawn="1"/>
          </p:nvCxnSpPr>
          <p:spPr>
            <a:xfrm flipV="1">
              <a:off x="8661679" y="5777802"/>
              <a:ext cx="622998" cy="1155561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 userDrawn="1"/>
          </p:nvCxnSpPr>
          <p:spPr>
            <a:xfrm flipV="1">
              <a:off x="8164286" y="5164853"/>
              <a:ext cx="1120391" cy="1693147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/>
            <p:cNvCxnSpPr/>
            <p:nvPr userDrawn="1"/>
          </p:nvCxnSpPr>
          <p:spPr>
            <a:xfrm flipH="1">
              <a:off x="7908052" y="4290646"/>
              <a:ext cx="904352" cy="2642717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/>
            <p:cNvCxnSpPr/>
            <p:nvPr userDrawn="1"/>
          </p:nvCxnSpPr>
          <p:spPr>
            <a:xfrm flipH="1">
              <a:off x="6963508" y="5466303"/>
              <a:ext cx="944544" cy="1391697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타원 68"/>
            <p:cNvSpPr/>
            <p:nvPr userDrawn="1"/>
          </p:nvSpPr>
          <p:spPr>
            <a:xfrm>
              <a:off x="5021466" y="6478477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70" name="타원 69"/>
            <p:cNvSpPr/>
            <p:nvPr userDrawn="1"/>
          </p:nvSpPr>
          <p:spPr>
            <a:xfrm>
              <a:off x="6304943" y="6558864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71" name="타원 70"/>
            <p:cNvSpPr/>
            <p:nvPr userDrawn="1"/>
          </p:nvSpPr>
          <p:spPr>
            <a:xfrm>
              <a:off x="6983604" y="5747262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72" name="타원 71"/>
            <p:cNvSpPr/>
            <p:nvPr userDrawn="1"/>
          </p:nvSpPr>
          <p:spPr>
            <a:xfrm>
              <a:off x="7974642" y="6541477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73" name="타원 72"/>
            <p:cNvSpPr/>
            <p:nvPr userDrawn="1"/>
          </p:nvSpPr>
          <p:spPr>
            <a:xfrm>
              <a:off x="8789596" y="6558864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74" name="타원 73"/>
            <p:cNvSpPr/>
            <p:nvPr userDrawn="1"/>
          </p:nvSpPr>
          <p:spPr>
            <a:xfrm>
              <a:off x="7867860" y="5415666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75" name="타원 74"/>
            <p:cNvSpPr/>
            <p:nvPr userDrawn="1"/>
          </p:nvSpPr>
          <p:spPr>
            <a:xfrm>
              <a:off x="7968979" y="4237694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76" name="타원 75"/>
            <p:cNvSpPr/>
            <p:nvPr userDrawn="1"/>
          </p:nvSpPr>
          <p:spPr>
            <a:xfrm>
              <a:off x="8711721" y="4237694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sp>
        <p:nvSpPr>
          <p:cNvPr id="80" name="타원 79"/>
          <p:cNvSpPr/>
          <p:nvPr userDrawn="1"/>
        </p:nvSpPr>
        <p:spPr>
          <a:xfrm>
            <a:off x="2228025" y="2688051"/>
            <a:ext cx="126000" cy="126000"/>
          </a:xfrm>
          <a:prstGeom prst="ellipse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283810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01">
    <p:bg>
      <p:bgPr>
        <a:solidFill>
          <a:srgbClr val="333B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그룹 38"/>
          <p:cNvGrpSpPr/>
          <p:nvPr userDrawn="1"/>
        </p:nvGrpSpPr>
        <p:grpSpPr>
          <a:xfrm>
            <a:off x="6420898" y="-110532"/>
            <a:ext cx="2823587" cy="1828800"/>
            <a:chOff x="6420897" y="-110532"/>
            <a:chExt cx="2823587" cy="1828800"/>
          </a:xfrm>
        </p:grpSpPr>
        <p:cxnSp>
          <p:nvCxnSpPr>
            <p:cNvPr id="7" name="직선 연결선 6"/>
            <p:cNvCxnSpPr/>
            <p:nvPr userDrawn="1"/>
          </p:nvCxnSpPr>
          <p:spPr>
            <a:xfrm>
              <a:off x="6420897" y="0"/>
              <a:ext cx="2823587" cy="1718268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/>
            <p:cNvCxnSpPr/>
            <p:nvPr userDrawn="1"/>
          </p:nvCxnSpPr>
          <p:spPr>
            <a:xfrm flipH="1" flipV="1">
              <a:off x="7908053" y="-110532"/>
              <a:ext cx="130628" cy="1527350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 userDrawn="1"/>
          </p:nvCxnSpPr>
          <p:spPr>
            <a:xfrm>
              <a:off x="7275007" y="0"/>
              <a:ext cx="1969477" cy="723481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 userDrawn="1"/>
          </p:nvCxnSpPr>
          <p:spPr>
            <a:xfrm flipH="1" flipV="1">
              <a:off x="8340132" y="0"/>
              <a:ext cx="432079" cy="1416818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 userDrawn="1"/>
          </p:nvCxnSpPr>
          <p:spPr>
            <a:xfrm>
              <a:off x="8038681" y="1416818"/>
              <a:ext cx="1205803" cy="0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 userDrawn="1"/>
          </p:nvCxnSpPr>
          <p:spPr>
            <a:xfrm flipV="1">
              <a:off x="8038681" y="653143"/>
              <a:ext cx="1205803" cy="763675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 userDrawn="1"/>
          </p:nvCxnSpPr>
          <p:spPr>
            <a:xfrm flipH="1" flipV="1">
              <a:off x="8912889" y="0"/>
              <a:ext cx="232699" cy="361740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 userDrawn="1"/>
          </p:nvCxnSpPr>
          <p:spPr>
            <a:xfrm flipH="1" flipV="1">
              <a:off x="8179359" y="0"/>
              <a:ext cx="966229" cy="442127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/>
            <p:nvPr userDrawn="1"/>
          </p:nvCxnSpPr>
          <p:spPr>
            <a:xfrm flipH="1" flipV="1">
              <a:off x="7707086" y="-110532"/>
              <a:ext cx="200967" cy="316523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타원 27"/>
            <p:cNvSpPr/>
            <p:nvPr userDrawn="1"/>
          </p:nvSpPr>
          <p:spPr>
            <a:xfrm>
              <a:off x="7887957" y="183183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9" name="타원 28"/>
            <p:cNvSpPr/>
            <p:nvPr userDrawn="1"/>
          </p:nvSpPr>
          <p:spPr>
            <a:xfrm>
              <a:off x="7981743" y="1363866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30" name="타원 29"/>
            <p:cNvSpPr/>
            <p:nvPr userDrawn="1"/>
          </p:nvSpPr>
          <p:spPr>
            <a:xfrm>
              <a:off x="8705619" y="1366577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sp>
        <p:nvSpPr>
          <p:cNvPr id="42" name="직사각형 41"/>
          <p:cNvSpPr/>
          <p:nvPr userDrawn="1"/>
        </p:nvSpPr>
        <p:spPr>
          <a:xfrm>
            <a:off x="-1" y="279294"/>
            <a:ext cx="247859" cy="180000"/>
          </a:xfrm>
          <a:prstGeom prst="rect">
            <a:avLst/>
          </a:prstGeom>
          <a:solidFill>
            <a:srgbClr val="64B8C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43" name="직사각형 42"/>
          <p:cNvSpPr/>
          <p:nvPr userDrawn="1"/>
        </p:nvSpPr>
        <p:spPr>
          <a:xfrm>
            <a:off x="286446" y="279294"/>
            <a:ext cx="54000" cy="180000"/>
          </a:xfrm>
          <a:prstGeom prst="rect">
            <a:avLst/>
          </a:prstGeom>
          <a:solidFill>
            <a:srgbClr val="64B8C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EE14CD6-D755-4AD6-BFB4-1849247F1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53" y="139960"/>
            <a:ext cx="7461581" cy="55399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11481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제품개요">
    <p:bg>
      <p:bgPr>
        <a:solidFill>
          <a:srgbClr val="333B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그룹 38"/>
          <p:cNvGrpSpPr/>
          <p:nvPr userDrawn="1"/>
        </p:nvGrpSpPr>
        <p:grpSpPr>
          <a:xfrm>
            <a:off x="6420898" y="-110532"/>
            <a:ext cx="2823587" cy="1828800"/>
            <a:chOff x="6420897" y="-110532"/>
            <a:chExt cx="2823587" cy="1828800"/>
          </a:xfrm>
        </p:grpSpPr>
        <p:cxnSp>
          <p:nvCxnSpPr>
            <p:cNvPr id="7" name="직선 연결선 6"/>
            <p:cNvCxnSpPr/>
            <p:nvPr userDrawn="1"/>
          </p:nvCxnSpPr>
          <p:spPr>
            <a:xfrm>
              <a:off x="6420897" y="0"/>
              <a:ext cx="2823587" cy="1718268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/>
            <p:cNvCxnSpPr/>
            <p:nvPr userDrawn="1"/>
          </p:nvCxnSpPr>
          <p:spPr>
            <a:xfrm flipH="1" flipV="1">
              <a:off x="7908053" y="-110532"/>
              <a:ext cx="130628" cy="1527350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 userDrawn="1"/>
          </p:nvCxnSpPr>
          <p:spPr>
            <a:xfrm>
              <a:off x="7275007" y="0"/>
              <a:ext cx="1969477" cy="723481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 userDrawn="1"/>
          </p:nvCxnSpPr>
          <p:spPr>
            <a:xfrm flipH="1" flipV="1">
              <a:off x="8340132" y="0"/>
              <a:ext cx="432079" cy="1416818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 userDrawn="1"/>
          </p:nvCxnSpPr>
          <p:spPr>
            <a:xfrm>
              <a:off x="8038681" y="1416818"/>
              <a:ext cx="1205803" cy="0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 userDrawn="1"/>
          </p:nvCxnSpPr>
          <p:spPr>
            <a:xfrm flipV="1">
              <a:off x="8038681" y="653143"/>
              <a:ext cx="1205803" cy="763675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 userDrawn="1"/>
          </p:nvCxnSpPr>
          <p:spPr>
            <a:xfrm flipH="1" flipV="1">
              <a:off x="8912889" y="0"/>
              <a:ext cx="232699" cy="361740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 userDrawn="1"/>
          </p:nvCxnSpPr>
          <p:spPr>
            <a:xfrm flipH="1" flipV="1">
              <a:off x="8179359" y="0"/>
              <a:ext cx="966229" cy="442127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/>
            <p:nvPr userDrawn="1"/>
          </p:nvCxnSpPr>
          <p:spPr>
            <a:xfrm flipH="1" flipV="1">
              <a:off x="7707086" y="-110532"/>
              <a:ext cx="200967" cy="316523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타원 27"/>
            <p:cNvSpPr/>
            <p:nvPr userDrawn="1"/>
          </p:nvSpPr>
          <p:spPr>
            <a:xfrm>
              <a:off x="7887957" y="183183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9" name="타원 28"/>
            <p:cNvSpPr/>
            <p:nvPr userDrawn="1"/>
          </p:nvSpPr>
          <p:spPr>
            <a:xfrm>
              <a:off x="7981743" y="1363866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30" name="타원 29"/>
            <p:cNvSpPr/>
            <p:nvPr userDrawn="1"/>
          </p:nvSpPr>
          <p:spPr>
            <a:xfrm>
              <a:off x="8705619" y="1366577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sp>
        <p:nvSpPr>
          <p:cNvPr id="42" name="직사각형 41"/>
          <p:cNvSpPr/>
          <p:nvPr userDrawn="1"/>
        </p:nvSpPr>
        <p:spPr>
          <a:xfrm>
            <a:off x="-1" y="279294"/>
            <a:ext cx="247859" cy="180000"/>
          </a:xfrm>
          <a:prstGeom prst="rect">
            <a:avLst/>
          </a:prstGeom>
          <a:solidFill>
            <a:srgbClr val="64B8C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43" name="직사각형 42"/>
          <p:cNvSpPr/>
          <p:nvPr userDrawn="1"/>
        </p:nvSpPr>
        <p:spPr>
          <a:xfrm>
            <a:off x="286446" y="279294"/>
            <a:ext cx="54000" cy="180000"/>
          </a:xfrm>
          <a:prstGeom prst="rect">
            <a:avLst/>
          </a:prstGeom>
          <a:solidFill>
            <a:srgbClr val="64B8C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BEE80A68-9F0D-4BEA-BD5B-82A696CB7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53" y="139960"/>
            <a:ext cx="7461581" cy="55399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1237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그룹 86"/>
          <p:cNvGrpSpPr/>
          <p:nvPr userDrawn="1"/>
        </p:nvGrpSpPr>
        <p:grpSpPr>
          <a:xfrm>
            <a:off x="-161924" y="578852"/>
            <a:ext cx="2225175" cy="3360825"/>
            <a:chOff x="-161925" y="578850"/>
            <a:chExt cx="2225175" cy="3360825"/>
          </a:xfrm>
        </p:grpSpPr>
        <p:cxnSp>
          <p:nvCxnSpPr>
            <p:cNvPr id="4" name="직선 연결선 3"/>
            <p:cNvCxnSpPr/>
            <p:nvPr userDrawn="1"/>
          </p:nvCxnSpPr>
          <p:spPr>
            <a:xfrm flipV="1">
              <a:off x="0" y="619125"/>
              <a:ext cx="1304925" cy="828675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 userDrawn="1"/>
          </p:nvCxnSpPr>
          <p:spPr>
            <a:xfrm flipH="1" flipV="1">
              <a:off x="-85725" y="695325"/>
              <a:ext cx="2085975" cy="1381125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/>
            <p:nvPr userDrawn="1"/>
          </p:nvCxnSpPr>
          <p:spPr>
            <a:xfrm flipH="1">
              <a:off x="-85725" y="2076450"/>
              <a:ext cx="2085975" cy="1076325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/>
            <p:nvPr userDrawn="1"/>
          </p:nvCxnSpPr>
          <p:spPr>
            <a:xfrm flipH="1" flipV="1">
              <a:off x="800100" y="1619250"/>
              <a:ext cx="800100" cy="1409700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 userDrawn="1"/>
          </p:nvCxnSpPr>
          <p:spPr>
            <a:xfrm flipH="1" flipV="1">
              <a:off x="-85725" y="1385887"/>
              <a:ext cx="2085975" cy="690563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 userDrawn="1"/>
          </p:nvCxnSpPr>
          <p:spPr>
            <a:xfrm flipV="1">
              <a:off x="571500" y="1619250"/>
              <a:ext cx="228600" cy="1809750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 userDrawn="1"/>
          </p:nvCxnSpPr>
          <p:spPr>
            <a:xfrm flipH="1" flipV="1">
              <a:off x="0" y="2614612"/>
              <a:ext cx="571500" cy="814388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 userDrawn="1"/>
          </p:nvCxnSpPr>
          <p:spPr>
            <a:xfrm flipH="1" flipV="1">
              <a:off x="1600200" y="3028950"/>
              <a:ext cx="209550" cy="866775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/>
            <p:cNvCxnSpPr/>
            <p:nvPr userDrawn="1"/>
          </p:nvCxnSpPr>
          <p:spPr>
            <a:xfrm flipH="1" flipV="1">
              <a:off x="-85725" y="3429000"/>
              <a:ext cx="1895475" cy="466725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 userDrawn="1"/>
          </p:nvCxnSpPr>
          <p:spPr>
            <a:xfrm flipH="1">
              <a:off x="-85725" y="3895725"/>
              <a:ext cx="1895475" cy="0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/>
            <p:cNvCxnSpPr/>
            <p:nvPr userDrawn="1"/>
          </p:nvCxnSpPr>
          <p:spPr>
            <a:xfrm flipH="1" flipV="1">
              <a:off x="-161925" y="2933700"/>
              <a:ext cx="1762125" cy="95250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 flipH="1">
              <a:off x="-85725" y="619125"/>
              <a:ext cx="1390650" cy="2114550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/>
            <p:cNvCxnSpPr/>
            <p:nvPr userDrawn="1"/>
          </p:nvCxnSpPr>
          <p:spPr>
            <a:xfrm flipH="1">
              <a:off x="-85725" y="1619250"/>
              <a:ext cx="885825" cy="790575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 userDrawn="1"/>
          </p:nvCxnSpPr>
          <p:spPr>
            <a:xfrm flipH="1">
              <a:off x="0" y="1619250"/>
              <a:ext cx="800100" cy="395287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/>
            <p:cNvCxnSpPr/>
            <p:nvPr userDrawn="1"/>
          </p:nvCxnSpPr>
          <p:spPr>
            <a:xfrm flipH="1" flipV="1">
              <a:off x="-85725" y="695325"/>
              <a:ext cx="1895475" cy="3200400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타원 74"/>
            <p:cNvSpPr/>
            <p:nvPr userDrawn="1"/>
          </p:nvSpPr>
          <p:spPr>
            <a:xfrm>
              <a:off x="1241925" y="578850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76" name="타원 75"/>
            <p:cNvSpPr/>
            <p:nvPr userDrawn="1"/>
          </p:nvSpPr>
          <p:spPr>
            <a:xfrm>
              <a:off x="736012" y="1565775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77" name="타원 76"/>
            <p:cNvSpPr/>
            <p:nvPr userDrawn="1"/>
          </p:nvSpPr>
          <p:spPr>
            <a:xfrm>
              <a:off x="1937250" y="2013450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78" name="타원 77"/>
            <p:cNvSpPr/>
            <p:nvPr userDrawn="1"/>
          </p:nvSpPr>
          <p:spPr>
            <a:xfrm>
              <a:off x="518025" y="3326812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79" name="타원 78"/>
            <p:cNvSpPr/>
            <p:nvPr userDrawn="1"/>
          </p:nvSpPr>
          <p:spPr>
            <a:xfrm>
              <a:off x="1527675" y="2971800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80" name="타원 79"/>
            <p:cNvSpPr/>
            <p:nvPr userDrawn="1"/>
          </p:nvSpPr>
          <p:spPr>
            <a:xfrm>
              <a:off x="1743075" y="3813675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grpSp>
        <p:nvGrpSpPr>
          <p:cNvPr id="88" name="그룹 87"/>
          <p:cNvGrpSpPr/>
          <p:nvPr userDrawn="1"/>
        </p:nvGrpSpPr>
        <p:grpSpPr>
          <a:xfrm>
            <a:off x="6985500" y="4398377"/>
            <a:ext cx="2291850" cy="2198775"/>
            <a:chOff x="6985500" y="4398375"/>
            <a:chExt cx="2291850" cy="2198775"/>
          </a:xfrm>
        </p:grpSpPr>
        <p:cxnSp>
          <p:nvCxnSpPr>
            <p:cNvPr id="40" name="직선 연결선 39"/>
            <p:cNvCxnSpPr/>
            <p:nvPr userDrawn="1"/>
          </p:nvCxnSpPr>
          <p:spPr>
            <a:xfrm>
              <a:off x="7191375" y="4438650"/>
              <a:ext cx="1954213" cy="104775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/>
            <p:cNvCxnSpPr/>
            <p:nvPr userDrawn="1"/>
          </p:nvCxnSpPr>
          <p:spPr>
            <a:xfrm>
              <a:off x="7191375" y="4491037"/>
              <a:ext cx="885825" cy="2052638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/>
            <p:cNvCxnSpPr/>
            <p:nvPr userDrawn="1"/>
          </p:nvCxnSpPr>
          <p:spPr>
            <a:xfrm flipV="1">
              <a:off x="7019925" y="5200650"/>
              <a:ext cx="2125663" cy="476250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/>
            <p:cNvCxnSpPr/>
            <p:nvPr userDrawn="1"/>
          </p:nvCxnSpPr>
          <p:spPr>
            <a:xfrm>
              <a:off x="7191375" y="4491037"/>
              <a:ext cx="1954213" cy="604838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 userDrawn="1"/>
          </p:nvCxnSpPr>
          <p:spPr>
            <a:xfrm>
              <a:off x="7191375" y="4438650"/>
              <a:ext cx="542925" cy="438150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/>
            <p:cNvCxnSpPr/>
            <p:nvPr userDrawn="1"/>
          </p:nvCxnSpPr>
          <p:spPr>
            <a:xfrm>
              <a:off x="7734300" y="4876800"/>
              <a:ext cx="1057275" cy="1362075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/>
            <p:cNvCxnSpPr/>
            <p:nvPr userDrawn="1"/>
          </p:nvCxnSpPr>
          <p:spPr>
            <a:xfrm flipV="1">
              <a:off x="8082756" y="5924550"/>
              <a:ext cx="1194594" cy="619125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/>
            <p:cNvCxnSpPr/>
            <p:nvPr userDrawn="1"/>
          </p:nvCxnSpPr>
          <p:spPr>
            <a:xfrm flipH="1" flipV="1">
              <a:off x="7734300" y="4876800"/>
              <a:ext cx="348456" cy="1666875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/>
            <p:cNvCxnSpPr/>
            <p:nvPr userDrawn="1"/>
          </p:nvCxnSpPr>
          <p:spPr>
            <a:xfrm flipV="1">
              <a:off x="8082756" y="4793456"/>
              <a:ext cx="597297" cy="1750219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/>
            <p:cNvCxnSpPr/>
            <p:nvPr userDrawn="1"/>
          </p:nvCxnSpPr>
          <p:spPr>
            <a:xfrm>
              <a:off x="8680053" y="4793456"/>
              <a:ext cx="465535" cy="1131094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/>
            <p:cNvCxnSpPr/>
            <p:nvPr userDrawn="1"/>
          </p:nvCxnSpPr>
          <p:spPr>
            <a:xfrm>
              <a:off x="7734300" y="4876800"/>
              <a:ext cx="1543050" cy="640556"/>
            </a:xfrm>
            <a:prstGeom prst="line">
              <a:avLst/>
            </a:prstGeom>
            <a:ln>
              <a:solidFill>
                <a:srgbClr val="64B8C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타원 80"/>
            <p:cNvSpPr/>
            <p:nvPr userDrawn="1"/>
          </p:nvSpPr>
          <p:spPr>
            <a:xfrm>
              <a:off x="7109325" y="4398375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82" name="타원 81"/>
            <p:cNvSpPr/>
            <p:nvPr userDrawn="1"/>
          </p:nvSpPr>
          <p:spPr>
            <a:xfrm>
              <a:off x="6985500" y="5608050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83" name="타원 82"/>
            <p:cNvSpPr/>
            <p:nvPr userDrawn="1"/>
          </p:nvSpPr>
          <p:spPr>
            <a:xfrm>
              <a:off x="7649662" y="4794750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84" name="타원 83"/>
            <p:cNvSpPr/>
            <p:nvPr userDrawn="1"/>
          </p:nvSpPr>
          <p:spPr>
            <a:xfrm>
              <a:off x="8656050" y="4745831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85" name="타원 84"/>
            <p:cNvSpPr/>
            <p:nvPr userDrawn="1"/>
          </p:nvSpPr>
          <p:spPr>
            <a:xfrm>
              <a:off x="8715573" y="6140156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86" name="타원 85"/>
            <p:cNvSpPr/>
            <p:nvPr userDrawn="1"/>
          </p:nvSpPr>
          <p:spPr>
            <a:xfrm>
              <a:off x="8023725" y="6471150"/>
              <a:ext cx="126000" cy="126000"/>
            </a:xfrm>
            <a:prstGeom prst="ellipse">
              <a:avLst/>
            </a:prstGeom>
            <a:solidFill>
              <a:schemeClr val="bg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590257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B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760" y="365129"/>
            <a:ext cx="78880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760" y="1825625"/>
            <a:ext cx="78880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760" y="6356355"/>
            <a:ext cx="2057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A691F-5D28-4F4B-BC8A-8C67B6A34159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9477" y="6356355"/>
            <a:ext cx="3086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9073" y="6356355"/>
            <a:ext cx="20577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BF512-3BEE-44D9-9C69-0A8B34FC7B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389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4" r:id="rId3"/>
    <p:sldLayoutId id="2147483676" r:id="rId4"/>
    <p:sldLayoutId id="214748367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99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307910" y="1330225"/>
            <a:ext cx="85655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000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3588" y="2345915"/>
            <a:ext cx="4299824" cy="87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</a:p>
        </p:txBody>
      </p:sp>
      <p:cxnSp>
        <p:nvCxnSpPr>
          <p:cNvPr id="16" name="직선 연결선 15"/>
          <p:cNvCxnSpPr/>
          <p:nvPr/>
        </p:nvCxnSpPr>
        <p:spPr>
          <a:xfrm>
            <a:off x="4957732" y="4206647"/>
            <a:ext cx="600075" cy="0"/>
          </a:xfrm>
          <a:prstGeom prst="line">
            <a:avLst/>
          </a:prstGeom>
          <a:ln>
            <a:solidFill>
              <a:srgbClr val="7982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그룹 17"/>
          <p:cNvGrpSpPr/>
          <p:nvPr/>
        </p:nvGrpSpPr>
        <p:grpSpPr>
          <a:xfrm>
            <a:off x="4923245" y="5011389"/>
            <a:ext cx="3067844" cy="638175"/>
            <a:chOff x="2962275" y="5019675"/>
            <a:chExt cx="3067844" cy="638175"/>
          </a:xfrm>
        </p:grpSpPr>
        <p:grpSp>
          <p:nvGrpSpPr>
            <p:cNvPr id="29" name="그룹 28"/>
            <p:cNvGrpSpPr/>
            <p:nvPr/>
          </p:nvGrpSpPr>
          <p:grpSpPr>
            <a:xfrm>
              <a:off x="2962275" y="5019675"/>
              <a:ext cx="609600" cy="609600"/>
              <a:chOff x="2962275" y="5019675"/>
              <a:chExt cx="609600" cy="609600"/>
            </a:xfrm>
          </p:grpSpPr>
          <p:sp>
            <p:nvSpPr>
              <p:cNvPr id="39" name="타원 38"/>
              <p:cNvSpPr/>
              <p:nvPr/>
            </p:nvSpPr>
            <p:spPr>
              <a:xfrm>
                <a:off x="2962275" y="5019675"/>
                <a:ext cx="609600" cy="609600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40" name="그림 39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5125" y="5163000"/>
                <a:ext cx="342000" cy="342000"/>
              </a:xfrm>
              <a:prstGeom prst="rect">
                <a:avLst/>
              </a:prstGeom>
            </p:spPr>
          </p:pic>
        </p:grpSp>
        <p:grpSp>
          <p:nvGrpSpPr>
            <p:cNvPr id="30" name="그룹 29"/>
            <p:cNvGrpSpPr/>
            <p:nvPr/>
          </p:nvGrpSpPr>
          <p:grpSpPr>
            <a:xfrm>
              <a:off x="3781690" y="5029200"/>
              <a:ext cx="609600" cy="609600"/>
              <a:chOff x="2962275" y="5019675"/>
              <a:chExt cx="609600" cy="609600"/>
            </a:xfrm>
          </p:grpSpPr>
          <p:sp>
            <p:nvSpPr>
              <p:cNvPr id="37" name="타원 36"/>
              <p:cNvSpPr/>
              <p:nvPr/>
            </p:nvSpPr>
            <p:spPr>
              <a:xfrm>
                <a:off x="2962275" y="5019675"/>
                <a:ext cx="609600" cy="609600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8" name="그림 37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5125" y="5163000"/>
                <a:ext cx="342000" cy="342000"/>
              </a:xfrm>
              <a:prstGeom prst="rect">
                <a:avLst/>
              </a:prstGeom>
            </p:spPr>
          </p:pic>
        </p:grpSp>
        <p:grpSp>
          <p:nvGrpSpPr>
            <p:cNvPr id="31" name="그룹 30"/>
            <p:cNvGrpSpPr/>
            <p:nvPr/>
          </p:nvGrpSpPr>
          <p:grpSpPr>
            <a:xfrm>
              <a:off x="4601105" y="5038725"/>
              <a:ext cx="609600" cy="609600"/>
              <a:chOff x="2962275" y="5019675"/>
              <a:chExt cx="609600" cy="609600"/>
            </a:xfrm>
          </p:grpSpPr>
          <p:sp>
            <p:nvSpPr>
              <p:cNvPr id="35" name="타원 34"/>
              <p:cNvSpPr/>
              <p:nvPr/>
            </p:nvSpPr>
            <p:spPr>
              <a:xfrm>
                <a:off x="2962275" y="5019675"/>
                <a:ext cx="609600" cy="609600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6" name="그림 35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5125" y="5163000"/>
                <a:ext cx="342000" cy="342000"/>
              </a:xfrm>
              <a:prstGeom prst="rect">
                <a:avLst/>
              </a:prstGeom>
            </p:spPr>
          </p:pic>
        </p:grpSp>
        <p:grpSp>
          <p:nvGrpSpPr>
            <p:cNvPr id="32" name="그룹 31"/>
            <p:cNvGrpSpPr/>
            <p:nvPr/>
          </p:nvGrpSpPr>
          <p:grpSpPr>
            <a:xfrm>
              <a:off x="5420519" y="5048250"/>
              <a:ext cx="609600" cy="609600"/>
              <a:chOff x="2962275" y="5019675"/>
              <a:chExt cx="609600" cy="609600"/>
            </a:xfrm>
          </p:grpSpPr>
          <p:sp>
            <p:nvSpPr>
              <p:cNvPr id="33" name="타원 32"/>
              <p:cNvSpPr/>
              <p:nvPr/>
            </p:nvSpPr>
            <p:spPr>
              <a:xfrm>
                <a:off x="2962275" y="5019675"/>
                <a:ext cx="609600" cy="609600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4" name="그림 33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5125" y="5163000"/>
                <a:ext cx="342000" cy="342000"/>
              </a:xfrm>
              <a:prstGeom prst="rect">
                <a:avLst/>
              </a:prstGeom>
            </p:spPr>
          </p:pic>
        </p:grpSp>
      </p:grpSp>
      <p:sp>
        <p:nvSpPr>
          <p:cNvPr id="41" name="TextBox 40"/>
          <p:cNvSpPr txBox="1"/>
          <p:nvPr/>
        </p:nvSpPr>
        <p:spPr>
          <a:xfrm>
            <a:off x="160613" y="137284"/>
            <a:ext cx="1906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200" dirty="0">
              <a:solidFill>
                <a:srgbClr val="6B7286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91525" y="137284"/>
            <a:ext cx="5717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ko-KR" altLang="en-US" sz="1200" dirty="0">
              <a:solidFill>
                <a:srgbClr val="6B7286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A60821-6F7D-48EF-BC54-3D7476232F97}"/>
              </a:ext>
            </a:extLst>
          </p:cNvPr>
          <p:cNvSpPr txBox="1"/>
          <p:nvPr/>
        </p:nvSpPr>
        <p:spPr>
          <a:xfrm>
            <a:off x="7185129" y="4577135"/>
            <a:ext cx="16882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253369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832991" y="453237"/>
            <a:ext cx="3706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</a:p>
        </p:txBody>
      </p:sp>
      <p:sp>
        <p:nvSpPr>
          <p:cNvPr id="55" name="타원 54"/>
          <p:cNvSpPr/>
          <p:nvPr/>
        </p:nvSpPr>
        <p:spPr>
          <a:xfrm>
            <a:off x="2826744" y="2028837"/>
            <a:ext cx="474211" cy="474211"/>
          </a:xfrm>
          <a:prstGeom prst="ellipse">
            <a:avLst/>
          </a:prstGeom>
          <a:solidFill>
            <a:srgbClr val="64B8C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56" name="TextBox 55"/>
          <p:cNvSpPr txBox="1"/>
          <p:nvPr/>
        </p:nvSpPr>
        <p:spPr>
          <a:xfrm>
            <a:off x="2854759" y="2120145"/>
            <a:ext cx="402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400" i="1" dirty="0">
              <a:solidFill>
                <a:srgbClr val="333B5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350986" y="2081275"/>
            <a:ext cx="2751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52" name="타원 51"/>
          <p:cNvSpPr/>
          <p:nvPr/>
        </p:nvSpPr>
        <p:spPr>
          <a:xfrm>
            <a:off x="2826744" y="2797108"/>
            <a:ext cx="474211" cy="474211"/>
          </a:xfrm>
          <a:prstGeom prst="ellipse">
            <a:avLst/>
          </a:prstGeom>
          <a:solidFill>
            <a:srgbClr val="64B8C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2838575" y="2888416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sz="1400" i="1" dirty="0">
              <a:solidFill>
                <a:srgbClr val="333B5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350986" y="2849546"/>
            <a:ext cx="2751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49" name="타원 48"/>
          <p:cNvSpPr/>
          <p:nvPr/>
        </p:nvSpPr>
        <p:spPr>
          <a:xfrm>
            <a:off x="2826744" y="3565379"/>
            <a:ext cx="474211" cy="474211"/>
          </a:xfrm>
          <a:prstGeom prst="ellipse">
            <a:avLst/>
          </a:prstGeom>
          <a:solidFill>
            <a:srgbClr val="64B8C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2838575" y="365668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sz="1400" i="1">
              <a:solidFill>
                <a:srgbClr val="333B5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350986" y="3617817"/>
            <a:ext cx="2751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2888732" y="1414493"/>
            <a:ext cx="1595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  <p:cxnSp>
        <p:nvCxnSpPr>
          <p:cNvPr id="3" name="직선 연결선 2"/>
          <p:cNvCxnSpPr/>
          <p:nvPr/>
        </p:nvCxnSpPr>
        <p:spPr>
          <a:xfrm>
            <a:off x="3386350" y="1258661"/>
            <a:ext cx="600075" cy="0"/>
          </a:xfrm>
          <a:prstGeom prst="line">
            <a:avLst/>
          </a:prstGeom>
          <a:ln>
            <a:solidFill>
              <a:srgbClr val="7982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0AC6629B-F1FB-4C53-B809-48612125F14F}"/>
              </a:ext>
            </a:extLst>
          </p:cNvPr>
          <p:cNvSpPr/>
          <p:nvPr/>
        </p:nvSpPr>
        <p:spPr>
          <a:xfrm>
            <a:off x="2827538" y="4333650"/>
            <a:ext cx="474211" cy="474211"/>
          </a:xfrm>
          <a:prstGeom prst="ellipse">
            <a:avLst/>
          </a:prstGeom>
          <a:solidFill>
            <a:srgbClr val="64B8C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C6C29E-917A-4EEC-8D8B-DA9B1682E6EB}"/>
              </a:ext>
            </a:extLst>
          </p:cNvPr>
          <p:cNvSpPr txBox="1"/>
          <p:nvPr/>
        </p:nvSpPr>
        <p:spPr>
          <a:xfrm>
            <a:off x="2855553" y="4424958"/>
            <a:ext cx="4026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400" i="1" dirty="0">
              <a:solidFill>
                <a:srgbClr val="333B5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420E5CD-B163-4900-9F60-F8D3CEB68B2B}"/>
              </a:ext>
            </a:extLst>
          </p:cNvPr>
          <p:cNvSpPr txBox="1"/>
          <p:nvPr/>
        </p:nvSpPr>
        <p:spPr>
          <a:xfrm>
            <a:off x="3351780" y="4386088"/>
            <a:ext cx="2751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5CF5CDF4-ECD0-458E-8F14-A38C0FCE084C}"/>
              </a:ext>
            </a:extLst>
          </p:cNvPr>
          <p:cNvSpPr/>
          <p:nvPr/>
        </p:nvSpPr>
        <p:spPr>
          <a:xfrm>
            <a:off x="2827538" y="5101921"/>
            <a:ext cx="474211" cy="474211"/>
          </a:xfrm>
          <a:prstGeom prst="ellipse">
            <a:avLst/>
          </a:prstGeom>
          <a:solidFill>
            <a:srgbClr val="64B8C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30D412-CA4D-4785-8E3A-910A6D3CF4EF}"/>
              </a:ext>
            </a:extLst>
          </p:cNvPr>
          <p:cNvSpPr txBox="1"/>
          <p:nvPr/>
        </p:nvSpPr>
        <p:spPr>
          <a:xfrm>
            <a:off x="2839369" y="5193229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sz="1400" i="1" dirty="0">
              <a:solidFill>
                <a:srgbClr val="333B5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68B7983-2386-49B3-A9CE-C08625457AE5}"/>
              </a:ext>
            </a:extLst>
          </p:cNvPr>
          <p:cNvSpPr txBox="1"/>
          <p:nvPr/>
        </p:nvSpPr>
        <p:spPr>
          <a:xfrm>
            <a:off x="3351780" y="5154359"/>
            <a:ext cx="2751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E6D8B257-6F31-48E0-A78E-D9B9A6456D90}"/>
              </a:ext>
            </a:extLst>
          </p:cNvPr>
          <p:cNvSpPr/>
          <p:nvPr/>
        </p:nvSpPr>
        <p:spPr>
          <a:xfrm>
            <a:off x="2827538" y="5870192"/>
            <a:ext cx="474211" cy="474211"/>
          </a:xfrm>
          <a:prstGeom prst="ellipse">
            <a:avLst/>
          </a:prstGeom>
          <a:solidFill>
            <a:srgbClr val="64B8C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136B829-AB9A-4771-88C2-C4EB7F325BA8}"/>
              </a:ext>
            </a:extLst>
          </p:cNvPr>
          <p:cNvSpPr txBox="1"/>
          <p:nvPr/>
        </p:nvSpPr>
        <p:spPr>
          <a:xfrm>
            <a:off x="2839369" y="5961501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sz="1400" i="1" dirty="0">
              <a:solidFill>
                <a:srgbClr val="333B5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95C1CEE-1F54-47E9-A972-C86ECCF09BD7}"/>
              </a:ext>
            </a:extLst>
          </p:cNvPr>
          <p:cNvSpPr txBox="1"/>
          <p:nvPr/>
        </p:nvSpPr>
        <p:spPr>
          <a:xfrm>
            <a:off x="3351780" y="5922630"/>
            <a:ext cx="2751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2067463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35501" y="173445"/>
            <a:ext cx="7119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sz="24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0613" y="6444650"/>
            <a:ext cx="1906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200" dirty="0">
              <a:solidFill>
                <a:srgbClr val="6B7286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91525" y="6444650"/>
            <a:ext cx="5717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ko-KR" altLang="en-US" sz="1200" dirty="0">
              <a:solidFill>
                <a:srgbClr val="6B7286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F982D61-3884-40BE-9CEC-CA30EE1C6461}"/>
              </a:ext>
            </a:extLst>
          </p:cNvPr>
          <p:cNvSpPr/>
          <p:nvPr/>
        </p:nvSpPr>
        <p:spPr>
          <a:xfrm>
            <a:off x="293753" y="1245054"/>
            <a:ext cx="8226937" cy="93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/>
        </p:txBody>
      </p:sp>
      <p:sp>
        <p:nvSpPr>
          <p:cNvPr id="3" name="왼쪽 대괄호 2">
            <a:extLst>
              <a:ext uri="{FF2B5EF4-FFF2-40B4-BE49-F238E27FC236}">
                <a16:creationId xmlns:a16="http://schemas.microsoft.com/office/drawing/2014/main" id="{83F9F16B-9F71-4C0E-8C1D-6F49988757AA}"/>
              </a:ext>
            </a:extLst>
          </p:cNvPr>
          <p:cNvSpPr/>
          <p:nvPr/>
        </p:nvSpPr>
        <p:spPr>
          <a:xfrm>
            <a:off x="316984" y="1271061"/>
            <a:ext cx="74901" cy="864000"/>
          </a:xfrm>
          <a:prstGeom prst="leftBracket">
            <a:avLst/>
          </a:prstGeom>
          <a:solidFill>
            <a:schemeClr val="accent5">
              <a:lumMod val="75000"/>
            </a:schemeClr>
          </a:solidFill>
          <a:ln w="825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59244E-C3D8-4794-A0C9-FD25F93702F2}"/>
              </a:ext>
            </a:extLst>
          </p:cNvPr>
          <p:cNvSpPr txBox="1"/>
          <p:nvPr/>
        </p:nvSpPr>
        <p:spPr>
          <a:xfrm>
            <a:off x="4573587" y="2388638"/>
            <a:ext cx="41318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71DD0F-A093-4362-9558-47026C285280}"/>
              </a:ext>
            </a:extLst>
          </p:cNvPr>
          <p:cNvSpPr/>
          <p:nvPr/>
        </p:nvSpPr>
        <p:spPr>
          <a:xfrm>
            <a:off x="316984" y="2388638"/>
            <a:ext cx="4171040" cy="3909526"/>
          </a:xfrm>
          <a:prstGeom prst="rect">
            <a:avLst/>
          </a:prstGeom>
          <a:noFill/>
          <a:ln w="222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8ECBF74C-7E15-4B9E-84FB-F8560DA427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40408" y="2416215"/>
            <a:ext cx="4131872" cy="385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89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6D7EA4-1517-4AFD-BC70-8FB5781EF13D}"/>
              </a:ext>
            </a:extLst>
          </p:cNvPr>
          <p:cNvSpPr txBox="1"/>
          <p:nvPr/>
        </p:nvSpPr>
        <p:spPr>
          <a:xfrm>
            <a:off x="335501" y="173445"/>
            <a:ext cx="7119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sz="24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3394EC-1071-4365-87FD-BA0592C2C3EF}"/>
              </a:ext>
            </a:extLst>
          </p:cNvPr>
          <p:cNvSpPr txBox="1"/>
          <p:nvPr/>
        </p:nvSpPr>
        <p:spPr>
          <a:xfrm>
            <a:off x="160613" y="6444650"/>
            <a:ext cx="1906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200" dirty="0">
              <a:solidFill>
                <a:srgbClr val="6B7286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B6D08C-EA3D-4E15-BA54-859997B3DD20}"/>
              </a:ext>
            </a:extLst>
          </p:cNvPr>
          <p:cNvSpPr txBox="1"/>
          <p:nvPr/>
        </p:nvSpPr>
        <p:spPr>
          <a:xfrm>
            <a:off x="8391525" y="6444650"/>
            <a:ext cx="5717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ko-KR" altLang="en-US" sz="1200" dirty="0">
              <a:solidFill>
                <a:srgbClr val="6B7286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477F5FB-917D-4D0A-8D97-788E86C84FE7}"/>
              </a:ext>
            </a:extLst>
          </p:cNvPr>
          <p:cNvSpPr/>
          <p:nvPr/>
        </p:nvSpPr>
        <p:spPr>
          <a:xfrm>
            <a:off x="293753" y="2437384"/>
            <a:ext cx="4054313" cy="1273823"/>
          </a:xfrm>
          <a:prstGeom prst="roundRect">
            <a:avLst/>
          </a:prstGeom>
          <a:noFill/>
          <a:ln w="222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FDE35DB-94FF-48AF-9CA4-2B2BA6E7C871}"/>
              </a:ext>
            </a:extLst>
          </p:cNvPr>
          <p:cNvSpPr/>
          <p:nvPr/>
        </p:nvSpPr>
        <p:spPr>
          <a:xfrm>
            <a:off x="4510367" y="2437384"/>
            <a:ext cx="4054312" cy="1273823"/>
          </a:xfrm>
          <a:prstGeom prst="roundRect">
            <a:avLst/>
          </a:prstGeom>
          <a:noFill/>
          <a:ln w="222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931D2C9-D4AA-46A9-8FAB-43F53056920C}"/>
              </a:ext>
            </a:extLst>
          </p:cNvPr>
          <p:cNvSpPr/>
          <p:nvPr/>
        </p:nvSpPr>
        <p:spPr>
          <a:xfrm>
            <a:off x="293753" y="3837730"/>
            <a:ext cx="4054313" cy="1273823"/>
          </a:xfrm>
          <a:prstGeom prst="roundRect">
            <a:avLst/>
          </a:prstGeom>
          <a:noFill/>
          <a:ln w="222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E93894B-3B94-49D8-980F-58CFEE05DECC}"/>
              </a:ext>
            </a:extLst>
          </p:cNvPr>
          <p:cNvSpPr/>
          <p:nvPr/>
        </p:nvSpPr>
        <p:spPr>
          <a:xfrm>
            <a:off x="4510367" y="3837730"/>
            <a:ext cx="4054312" cy="1273823"/>
          </a:xfrm>
          <a:prstGeom prst="roundRect">
            <a:avLst/>
          </a:prstGeom>
          <a:noFill/>
          <a:ln w="222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7232DAC-2F58-425B-A5A2-14129638D540}"/>
              </a:ext>
            </a:extLst>
          </p:cNvPr>
          <p:cNvSpPr/>
          <p:nvPr/>
        </p:nvSpPr>
        <p:spPr>
          <a:xfrm>
            <a:off x="293752" y="5238078"/>
            <a:ext cx="8270926" cy="1069416"/>
          </a:xfrm>
          <a:prstGeom prst="roundRect">
            <a:avLst/>
          </a:prstGeom>
          <a:noFill/>
          <a:ln w="222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9C91774-C725-4D9D-B9A8-BE56661E6116}"/>
              </a:ext>
            </a:extLst>
          </p:cNvPr>
          <p:cNvSpPr/>
          <p:nvPr/>
        </p:nvSpPr>
        <p:spPr>
          <a:xfrm>
            <a:off x="293753" y="1245054"/>
            <a:ext cx="8226937" cy="93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/>
        </p:txBody>
      </p:sp>
      <p:sp>
        <p:nvSpPr>
          <p:cNvPr id="23" name="왼쪽 대괄호 22">
            <a:extLst>
              <a:ext uri="{FF2B5EF4-FFF2-40B4-BE49-F238E27FC236}">
                <a16:creationId xmlns:a16="http://schemas.microsoft.com/office/drawing/2014/main" id="{0ABB707C-395D-48F8-AEE0-CCE86A1A4599}"/>
              </a:ext>
            </a:extLst>
          </p:cNvPr>
          <p:cNvSpPr/>
          <p:nvPr/>
        </p:nvSpPr>
        <p:spPr>
          <a:xfrm>
            <a:off x="316984" y="1271061"/>
            <a:ext cx="74901" cy="864000"/>
          </a:xfrm>
          <a:prstGeom prst="leftBracket">
            <a:avLst/>
          </a:prstGeom>
          <a:solidFill>
            <a:schemeClr val="accent5">
              <a:lumMod val="75000"/>
            </a:schemeClr>
          </a:solidFill>
          <a:ln w="825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538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210D95-070C-4607-8436-AA303C4543BB}"/>
              </a:ext>
            </a:extLst>
          </p:cNvPr>
          <p:cNvSpPr txBox="1"/>
          <p:nvPr/>
        </p:nvSpPr>
        <p:spPr>
          <a:xfrm>
            <a:off x="335501" y="173445"/>
            <a:ext cx="7119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sz="24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354D8F5-70E0-45B9-BF8F-857598BF44CF}"/>
              </a:ext>
            </a:extLst>
          </p:cNvPr>
          <p:cNvSpPr/>
          <p:nvPr/>
        </p:nvSpPr>
        <p:spPr>
          <a:xfrm>
            <a:off x="293753" y="1245054"/>
            <a:ext cx="8226937" cy="93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/>
        </p:txBody>
      </p:sp>
      <p:sp>
        <p:nvSpPr>
          <p:cNvPr id="4" name="왼쪽 대괄호 3">
            <a:extLst>
              <a:ext uri="{FF2B5EF4-FFF2-40B4-BE49-F238E27FC236}">
                <a16:creationId xmlns:a16="http://schemas.microsoft.com/office/drawing/2014/main" id="{10C02DBA-B5FE-4F80-A066-A0E94C961CEC}"/>
              </a:ext>
            </a:extLst>
          </p:cNvPr>
          <p:cNvSpPr/>
          <p:nvPr/>
        </p:nvSpPr>
        <p:spPr>
          <a:xfrm>
            <a:off x="316984" y="1271061"/>
            <a:ext cx="74901" cy="864000"/>
          </a:xfrm>
          <a:prstGeom prst="leftBracket">
            <a:avLst/>
          </a:prstGeom>
          <a:solidFill>
            <a:schemeClr val="accent5">
              <a:lumMod val="75000"/>
            </a:schemeClr>
          </a:solidFill>
          <a:ln w="825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FF859C1-ADE3-4468-BC2A-81F97B80E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209560"/>
              </p:ext>
            </p:extLst>
          </p:nvPr>
        </p:nvGraphicFramePr>
        <p:xfrm>
          <a:off x="293752" y="2444621"/>
          <a:ext cx="8226936" cy="3924135"/>
        </p:xfrm>
        <a:graphic>
          <a:graphicData uri="http://schemas.openxmlformats.org/drawingml/2006/table">
            <a:tbl>
              <a:tblPr/>
              <a:tblGrid>
                <a:gridCol w="3116062">
                  <a:extLst>
                    <a:ext uri="{9D8B030D-6E8A-4147-A177-3AD203B41FA5}">
                      <a16:colId xmlns:a16="http://schemas.microsoft.com/office/drawing/2014/main" val="3416885093"/>
                    </a:ext>
                  </a:extLst>
                </a:gridCol>
                <a:gridCol w="5110874">
                  <a:extLst>
                    <a:ext uri="{9D8B030D-6E8A-4147-A177-3AD203B41FA5}">
                      <a16:colId xmlns:a16="http://schemas.microsoft.com/office/drawing/2014/main" val="3200166752"/>
                    </a:ext>
                  </a:extLst>
                </a:gridCol>
              </a:tblGrid>
              <a:tr h="47888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700" b="1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항목</a:t>
                      </a:r>
                    </a:p>
                  </a:txBody>
                  <a:tcPr marL="146510" marR="146510" marT="109882" marB="109882"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700" b="1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사양</a:t>
                      </a:r>
                    </a:p>
                  </a:txBody>
                  <a:tcPr marL="146510" marR="146510" marT="109882" marB="109882"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337665"/>
                  </a:ext>
                </a:extLst>
              </a:tr>
              <a:tr h="492178">
                <a:tc>
                  <a:txBody>
                    <a:bodyPr/>
                    <a:lstStyle/>
                    <a:p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effectLst/>
                          <a:latin typeface="Noto Sans KR Thin" panose="020B0200000000000000" pitchFamily="50" charset="-127"/>
                          <a:ea typeface="Noto Sans KR Thin" panose="020B0200000000000000" pitchFamily="50" charset="-127"/>
                        </a:rPr>
                        <a:t>크기</a:t>
                      </a:r>
                    </a:p>
                  </a:txBody>
                  <a:tcPr marL="146510" marR="146510" marT="87906" marB="87906"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Noto Sans KR Thin" panose="020B0200000000000000" pitchFamily="50" charset="-127"/>
                          <a:ea typeface="Noto Sans KR Thin" panose="020B0200000000000000" pitchFamily="50" charset="-127"/>
                        </a:rPr>
                        <a:t>78 × 48 × 18 mm</a:t>
                      </a:r>
                    </a:p>
                  </a:txBody>
                  <a:tcPr marL="146510" marR="146510" marT="87906" marB="87906"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8675068"/>
                  </a:ext>
                </a:extLst>
              </a:tr>
              <a:tr h="492178">
                <a:tc>
                  <a:txBody>
                    <a:bodyPr/>
                    <a:lstStyle/>
                    <a:p>
                      <a:r>
                        <a:rPr lang="ko-KR" altLang="en-US" sz="1600" b="0">
                          <a:solidFill>
                            <a:schemeClr val="bg1"/>
                          </a:solidFill>
                          <a:effectLst/>
                          <a:latin typeface="Noto Sans KR Thin" panose="020B0200000000000000" pitchFamily="50" charset="-127"/>
                          <a:ea typeface="Noto Sans KR Thin" panose="020B0200000000000000" pitchFamily="50" charset="-127"/>
                        </a:rPr>
                        <a:t>무게</a:t>
                      </a:r>
                    </a:p>
                  </a:txBody>
                  <a:tcPr marL="146510" marR="146510" marT="87906" marB="87906"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Noto Sans KR Thin" panose="020B0200000000000000" pitchFamily="50" charset="-127"/>
                          <a:ea typeface="Noto Sans KR Thin" panose="020B0200000000000000" pitchFamily="50" charset="-127"/>
                        </a:rPr>
                        <a:t>78 g</a:t>
                      </a:r>
                    </a:p>
                  </a:txBody>
                  <a:tcPr marL="146510" marR="146510" marT="87906" marB="87906"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4775396"/>
                  </a:ext>
                </a:extLst>
              </a:tr>
              <a:tr h="492178">
                <a:tc>
                  <a:txBody>
                    <a:bodyPr/>
                    <a:lstStyle/>
                    <a:p>
                      <a:r>
                        <a:rPr lang="ko-KR" altLang="en-US" sz="1600" b="0">
                          <a:solidFill>
                            <a:schemeClr val="bg1"/>
                          </a:solidFill>
                          <a:effectLst/>
                          <a:latin typeface="Noto Sans KR Thin" panose="020B0200000000000000" pitchFamily="50" charset="-127"/>
                          <a:ea typeface="Noto Sans KR Thin" panose="020B0200000000000000" pitchFamily="50" charset="-127"/>
                        </a:rPr>
                        <a:t>인슐린 저장 용량</a:t>
                      </a:r>
                    </a:p>
                  </a:txBody>
                  <a:tcPr marL="146510" marR="146510" marT="87906" marB="87906"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Noto Sans KR Thin" panose="020B0200000000000000" pitchFamily="50" charset="-127"/>
                          <a:ea typeface="Noto Sans KR Thin" panose="020B0200000000000000" pitchFamily="50" charset="-127"/>
                        </a:rPr>
                        <a:t>200 U</a:t>
                      </a:r>
                    </a:p>
                  </a:txBody>
                  <a:tcPr marL="146510" marR="146510" marT="87906" marB="87906"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065525"/>
                  </a:ext>
                </a:extLst>
              </a:tr>
              <a:tr h="492178">
                <a:tc>
                  <a:txBody>
                    <a:bodyPr/>
                    <a:lstStyle/>
                    <a:p>
                      <a:r>
                        <a:rPr lang="ko-KR" altLang="en-US" sz="1600" b="0">
                          <a:solidFill>
                            <a:schemeClr val="bg1"/>
                          </a:solidFill>
                          <a:effectLst/>
                          <a:latin typeface="Noto Sans KR Thin" panose="020B0200000000000000" pitchFamily="50" charset="-127"/>
                          <a:ea typeface="Noto Sans KR Thin" panose="020B0200000000000000" pitchFamily="50" charset="-127"/>
                        </a:rPr>
                        <a:t>배터리 수명</a:t>
                      </a:r>
                    </a:p>
                  </a:txBody>
                  <a:tcPr marL="146510" marR="146510" marT="87906" marB="87906"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effectLst/>
                          <a:latin typeface="Noto Sans KR Thin" panose="020B0200000000000000" pitchFamily="50" charset="-127"/>
                          <a:ea typeface="Noto Sans KR Thin" panose="020B0200000000000000" pitchFamily="50" charset="-127"/>
                        </a:rPr>
                        <a:t>최대 </a:t>
                      </a:r>
                      <a:r>
                        <a:rPr lang="en-US" altLang="ko-KR" sz="1600" b="0" dirty="0">
                          <a:solidFill>
                            <a:schemeClr val="bg1"/>
                          </a:solidFill>
                          <a:effectLst/>
                          <a:latin typeface="Noto Sans KR Thin" panose="020B0200000000000000" pitchFamily="50" charset="-127"/>
                          <a:ea typeface="Noto Sans KR Thin" panose="020B0200000000000000" pitchFamily="50" charset="-127"/>
                        </a:rPr>
                        <a:t>5</a:t>
                      </a:r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effectLst/>
                          <a:latin typeface="Noto Sans KR Thin" panose="020B0200000000000000" pitchFamily="50" charset="-127"/>
                          <a:ea typeface="Noto Sans KR Thin" panose="020B0200000000000000" pitchFamily="50" charset="-127"/>
                        </a:rPr>
                        <a:t>일</a:t>
                      </a:r>
                    </a:p>
                  </a:txBody>
                  <a:tcPr marL="146510" marR="146510" marT="87906" marB="87906"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308066"/>
                  </a:ext>
                </a:extLst>
              </a:tr>
              <a:tr h="492178">
                <a:tc>
                  <a:txBody>
                    <a:bodyPr/>
                    <a:lstStyle/>
                    <a:p>
                      <a:r>
                        <a:rPr lang="ko-KR" altLang="en-US" sz="1600" b="0">
                          <a:solidFill>
                            <a:schemeClr val="bg1"/>
                          </a:solidFill>
                          <a:effectLst/>
                          <a:latin typeface="Noto Sans KR Thin" panose="020B0200000000000000" pitchFamily="50" charset="-127"/>
                          <a:ea typeface="Noto Sans KR Thin" panose="020B0200000000000000" pitchFamily="50" charset="-127"/>
                        </a:rPr>
                        <a:t>방수 등급</a:t>
                      </a:r>
                    </a:p>
                  </a:txBody>
                  <a:tcPr marL="146510" marR="146510" marT="87906" marB="87906"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Noto Sans KR Thin" panose="020B0200000000000000" pitchFamily="50" charset="-127"/>
                          <a:ea typeface="Noto Sans KR Thin" panose="020B0200000000000000" pitchFamily="50" charset="-127"/>
                        </a:rPr>
                        <a:t>IPX8</a:t>
                      </a:r>
                    </a:p>
                  </a:txBody>
                  <a:tcPr marL="146510" marR="146510" marT="87906" marB="87906"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4118127"/>
                  </a:ext>
                </a:extLst>
              </a:tr>
              <a:tr h="492178">
                <a:tc>
                  <a:txBody>
                    <a:bodyPr/>
                    <a:lstStyle/>
                    <a:p>
                      <a:r>
                        <a:rPr lang="ko-KR" altLang="en-US" sz="1600" b="0">
                          <a:solidFill>
                            <a:schemeClr val="bg1"/>
                          </a:solidFill>
                          <a:effectLst/>
                          <a:latin typeface="Noto Sans KR Thin" panose="020B0200000000000000" pitchFamily="50" charset="-127"/>
                          <a:ea typeface="Noto Sans KR Thin" panose="020B0200000000000000" pitchFamily="50" charset="-127"/>
                        </a:rPr>
                        <a:t>인터페이스</a:t>
                      </a:r>
                    </a:p>
                  </a:txBody>
                  <a:tcPr marL="146510" marR="146510" marT="87906" marB="87906"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effectLst/>
                          <a:latin typeface="Noto Sans KR Thin" panose="020B0200000000000000" pitchFamily="50" charset="-127"/>
                          <a:ea typeface="Noto Sans KR Thin" panose="020B0200000000000000" pitchFamily="50" charset="-127"/>
                        </a:rPr>
                        <a:t>USB-C, </a:t>
                      </a:r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effectLst/>
                          <a:latin typeface="Noto Sans KR Thin" panose="020B0200000000000000" pitchFamily="50" charset="-127"/>
                          <a:ea typeface="Noto Sans KR Thin" panose="020B0200000000000000" pitchFamily="50" charset="-127"/>
                        </a:rPr>
                        <a:t>블루투스 </a:t>
                      </a:r>
                      <a:r>
                        <a:rPr lang="en-US" altLang="ko-KR" sz="1600" b="0" dirty="0">
                          <a:solidFill>
                            <a:schemeClr val="bg1"/>
                          </a:solidFill>
                          <a:effectLst/>
                          <a:latin typeface="Noto Sans KR Thin" panose="020B0200000000000000" pitchFamily="50" charset="-127"/>
                          <a:ea typeface="Noto Sans KR Thin" panose="020B0200000000000000" pitchFamily="50" charset="-127"/>
                        </a:rPr>
                        <a:t>5.3</a:t>
                      </a:r>
                    </a:p>
                  </a:txBody>
                  <a:tcPr marL="146510" marR="146510" marT="87906" marB="87906"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58806"/>
                  </a:ext>
                </a:extLst>
              </a:tr>
              <a:tr h="492178">
                <a:tc>
                  <a:txBody>
                    <a:bodyPr/>
                    <a:lstStyle/>
                    <a:p>
                      <a:r>
                        <a:rPr lang="ko-KR" altLang="en-US" sz="1600" b="0">
                          <a:solidFill>
                            <a:schemeClr val="bg1"/>
                          </a:solidFill>
                          <a:effectLst/>
                          <a:latin typeface="Noto Sans KR Thin" panose="020B0200000000000000" pitchFamily="50" charset="-127"/>
                          <a:ea typeface="Noto Sans KR Thin" panose="020B0200000000000000" pitchFamily="50" charset="-127"/>
                        </a:rPr>
                        <a:t>펌웨어</a:t>
                      </a:r>
                    </a:p>
                  </a:txBody>
                  <a:tcPr marL="146510" marR="146510" marT="87906" marB="87906"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600" b="0" dirty="0">
                          <a:solidFill>
                            <a:schemeClr val="bg1"/>
                          </a:solidFill>
                          <a:effectLst/>
                          <a:latin typeface="Noto Sans KR Thin" panose="020B0200000000000000" pitchFamily="50" charset="-127"/>
                          <a:ea typeface="Noto Sans KR Thin" panose="020B0200000000000000" pitchFamily="50" charset="-127"/>
                        </a:rPr>
                        <a:t>OTA(</a:t>
                      </a:r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effectLst/>
                          <a:latin typeface="Noto Sans KR Thin" panose="020B0200000000000000" pitchFamily="50" charset="-127"/>
                          <a:ea typeface="Noto Sans KR Thin" panose="020B0200000000000000" pitchFamily="50" charset="-127"/>
                        </a:rPr>
                        <a:t>서명 검증</a:t>
                      </a:r>
                      <a:r>
                        <a:rPr lang="en-US" altLang="ko-KR" sz="1600" b="0" dirty="0">
                          <a:solidFill>
                            <a:schemeClr val="bg1"/>
                          </a:solidFill>
                          <a:effectLst/>
                          <a:latin typeface="Noto Sans KR Thin" panose="020B0200000000000000" pitchFamily="50" charset="-127"/>
                          <a:ea typeface="Noto Sans KR Thin" panose="020B0200000000000000" pitchFamily="50" charset="-127"/>
                        </a:rPr>
                        <a:t>) </a:t>
                      </a:r>
                      <a:r>
                        <a:rPr lang="ko-KR" altLang="en-US" sz="1600" b="0" dirty="0">
                          <a:solidFill>
                            <a:schemeClr val="bg1"/>
                          </a:solidFill>
                          <a:effectLst/>
                          <a:latin typeface="Noto Sans KR Thin" panose="020B0200000000000000" pitchFamily="50" charset="-127"/>
                          <a:ea typeface="Noto Sans KR Thin" panose="020B0200000000000000" pitchFamily="50" charset="-127"/>
                        </a:rPr>
                        <a:t>업데이트 지원</a:t>
                      </a:r>
                    </a:p>
                  </a:txBody>
                  <a:tcPr marL="146510" marR="146510" marT="87906" marB="87906"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3538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581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B8A30D-501D-4638-B513-AE362D2D94C2}"/>
              </a:ext>
            </a:extLst>
          </p:cNvPr>
          <p:cNvSpPr txBox="1"/>
          <p:nvPr/>
        </p:nvSpPr>
        <p:spPr>
          <a:xfrm>
            <a:off x="335501" y="173445"/>
            <a:ext cx="7119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sz="24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112453F-EEE2-4066-ACB1-DCC98FC96FDD}"/>
              </a:ext>
            </a:extLst>
          </p:cNvPr>
          <p:cNvSpPr/>
          <p:nvPr/>
        </p:nvSpPr>
        <p:spPr>
          <a:xfrm>
            <a:off x="293753" y="1245054"/>
            <a:ext cx="8226937" cy="93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/>
        </p:txBody>
      </p:sp>
      <p:sp>
        <p:nvSpPr>
          <p:cNvPr id="4" name="왼쪽 대괄호 3">
            <a:extLst>
              <a:ext uri="{FF2B5EF4-FFF2-40B4-BE49-F238E27FC236}">
                <a16:creationId xmlns:a16="http://schemas.microsoft.com/office/drawing/2014/main" id="{6200E407-9C0F-4418-AF39-5B4FB3B2EB66}"/>
              </a:ext>
            </a:extLst>
          </p:cNvPr>
          <p:cNvSpPr/>
          <p:nvPr/>
        </p:nvSpPr>
        <p:spPr>
          <a:xfrm>
            <a:off x="316984" y="1271061"/>
            <a:ext cx="74901" cy="864000"/>
          </a:xfrm>
          <a:prstGeom prst="leftBracket">
            <a:avLst/>
          </a:prstGeom>
          <a:solidFill>
            <a:schemeClr val="accent5">
              <a:lumMod val="75000"/>
            </a:schemeClr>
          </a:solidFill>
          <a:ln w="825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96F554-4349-45F3-BC2F-3207C99A7D4A}"/>
              </a:ext>
            </a:extLst>
          </p:cNvPr>
          <p:cNvSpPr/>
          <p:nvPr/>
        </p:nvSpPr>
        <p:spPr>
          <a:xfrm>
            <a:off x="428659" y="3955672"/>
            <a:ext cx="4572000" cy="17055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D42BF92-B31C-4915-B08E-9713EE599C62}"/>
              </a:ext>
            </a:extLst>
          </p:cNvPr>
          <p:cNvSpPr/>
          <p:nvPr/>
        </p:nvSpPr>
        <p:spPr>
          <a:xfrm>
            <a:off x="1269938" y="2440348"/>
            <a:ext cx="792000" cy="792000"/>
          </a:xfrm>
          <a:prstGeom prst="ellipse">
            <a:avLst/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D77C67-4857-4F76-BF09-D765E49E8418}"/>
              </a:ext>
            </a:extLst>
          </p:cNvPr>
          <p:cNvSpPr/>
          <p:nvPr/>
        </p:nvSpPr>
        <p:spPr>
          <a:xfrm>
            <a:off x="2691080" y="2502392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AFDBA62-8F95-417B-B6B9-5983AD7AEBAF}"/>
              </a:ext>
            </a:extLst>
          </p:cNvPr>
          <p:cNvSpPr/>
          <p:nvPr/>
        </p:nvSpPr>
        <p:spPr>
          <a:xfrm>
            <a:off x="1037775" y="3409344"/>
            <a:ext cx="1082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A97711-2794-42E4-A31D-D6709E3C5A95}"/>
              </a:ext>
            </a:extLst>
          </p:cNvPr>
          <p:cNvSpPr/>
          <p:nvPr/>
        </p:nvSpPr>
        <p:spPr>
          <a:xfrm>
            <a:off x="3823567" y="3409344"/>
            <a:ext cx="11673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DC4484-88BD-4A62-89AB-F75E555D63EE}"/>
              </a:ext>
            </a:extLst>
          </p:cNvPr>
          <p:cNvSpPr/>
          <p:nvPr/>
        </p:nvSpPr>
        <p:spPr>
          <a:xfrm>
            <a:off x="6388943" y="3409344"/>
            <a:ext cx="13404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872BA6A-EC8B-4711-8C1A-712C016666B7}"/>
              </a:ext>
            </a:extLst>
          </p:cNvPr>
          <p:cNvSpPr/>
          <p:nvPr/>
        </p:nvSpPr>
        <p:spPr>
          <a:xfrm>
            <a:off x="5387690" y="2502392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E1A90A8-CF8F-4F7C-830F-EADD737BD2D6}"/>
              </a:ext>
            </a:extLst>
          </p:cNvPr>
          <p:cNvSpPr/>
          <p:nvPr/>
        </p:nvSpPr>
        <p:spPr>
          <a:xfrm>
            <a:off x="3966549" y="2440348"/>
            <a:ext cx="792000" cy="792000"/>
          </a:xfrm>
          <a:prstGeom prst="ellipse">
            <a:avLst/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 0" descr="/home/oai/share/3e3eab9c-51df-40b2-a9e9-cc0da4e18909.png">
            <a:extLst>
              <a:ext uri="{FF2B5EF4-FFF2-40B4-BE49-F238E27FC236}">
                <a16:creationId xmlns:a16="http://schemas.microsoft.com/office/drawing/2014/main" id="{627BA4B7-4C60-4FEB-9B05-213F7BB85A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257351" y="3955673"/>
            <a:ext cx="2990911" cy="1993941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D80AF5F1-B660-4C40-A1C2-C8A1A5F3C984}"/>
              </a:ext>
            </a:extLst>
          </p:cNvPr>
          <p:cNvSpPr/>
          <p:nvPr/>
        </p:nvSpPr>
        <p:spPr>
          <a:xfrm>
            <a:off x="6663160" y="2440348"/>
            <a:ext cx="792000" cy="792000"/>
          </a:xfrm>
          <a:prstGeom prst="ellipse">
            <a:avLst/>
          </a:prstGeom>
          <a:noFill/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834092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F8F637-2CC2-419E-ACC1-D27AEB9C2A9F}"/>
              </a:ext>
            </a:extLst>
          </p:cNvPr>
          <p:cNvSpPr txBox="1"/>
          <p:nvPr/>
        </p:nvSpPr>
        <p:spPr>
          <a:xfrm>
            <a:off x="335501" y="173445"/>
            <a:ext cx="7119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sz="24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B8B56D1-BFFD-4BEB-9FF1-B6C27160F1B3}"/>
              </a:ext>
            </a:extLst>
          </p:cNvPr>
          <p:cNvSpPr/>
          <p:nvPr/>
        </p:nvSpPr>
        <p:spPr>
          <a:xfrm>
            <a:off x="293753" y="1245054"/>
            <a:ext cx="8226937" cy="93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/>
        </p:txBody>
      </p:sp>
      <p:sp>
        <p:nvSpPr>
          <p:cNvPr id="4" name="왼쪽 대괄호 3">
            <a:extLst>
              <a:ext uri="{FF2B5EF4-FFF2-40B4-BE49-F238E27FC236}">
                <a16:creationId xmlns:a16="http://schemas.microsoft.com/office/drawing/2014/main" id="{F07B14FC-3FF1-47A1-8519-5A7CA4B8491E}"/>
              </a:ext>
            </a:extLst>
          </p:cNvPr>
          <p:cNvSpPr/>
          <p:nvPr/>
        </p:nvSpPr>
        <p:spPr>
          <a:xfrm>
            <a:off x="316984" y="1271061"/>
            <a:ext cx="74901" cy="864000"/>
          </a:xfrm>
          <a:prstGeom prst="leftBracket">
            <a:avLst/>
          </a:prstGeom>
          <a:solidFill>
            <a:schemeClr val="accent5">
              <a:lumMod val="75000"/>
            </a:schemeClr>
          </a:solidFill>
          <a:ln w="825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FEA546F-69D9-45E2-A6C5-89B93C15F214}"/>
              </a:ext>
            </a:extLst>
          </p:cNvPr>
          <p:cNvSpPr/>
          <p:nvPr/>
        </p:nvSpPr>
        <p:spPr>
          <a:xfrm>
            <a:off x="352908" y="2843459"/>
            <a:ext cx="2520922" cy="2484321"/>
          </a:xfrm>
          <a:prstGeom prst="roundRect">
            <a:avLst/>
          </a:prstGeom>
          <a:noFill/>
          <a:ln w="222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200000"/>
              </a:lnSpc>
            </a:p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8F180E8-F0BB-4383-8F16-3AEB9650038B}"/>
              </a:ext>
            </a:extLst>
          </p:cNvPr>
          <p:cNvSpPr/>
          <p:nvPr/>
        </p:nvSpPr>
        <p:spPr>
          <a:xfrm>
            <a:off x="3094687" y="2843459"/>
            <a:ext cx="2520922" cy="2484321"/>
          </a:xfrm>
          <a:prstGeom prst="roundRect">
            <a:avLst/>
          </a:prstGeom>
          <a:noFill/>
          <a:ln w="222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200000"/>
              </a:lnSpc>
            </a:p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6C4F78C-BD05-4FC4-AA83-DA205A42573A}"/>
              </a:ext>
            </a:extLst>
          </p:cNvPr>
          <p:cNvSpPr/>
          <p:nvPr/>
        </p:nvSpPr>
        <p:spPr>
          <a:xfrm>
            <a:off x="5836465" y="2843459"/>
            <a:ext cx="2520922" cy="2484321"/>
          </a:xfrm>
          <a:prstGeom prst="roundRect">
            <a:avLst/>
          </a:prstGeom>
          <a:noFill/>
          <a:ln w="222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20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2875597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CB8F29-5456-46FD-94D9-116411E6CDB2}"/>
              </a:ext>
            </a:extLst>
          </p:cNvPr>
          <p:cNvSpPr txBox="1"/>
          <p:nvPr/>
        </p:nvSpPr>
        <p:spPr>
          <a:xfrm>
            <a:off x="335501" y="173445"/>
            <a:ext cx="7119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16BAFB3-9513-4856-ACEE-7B892B8EB10F}"/>
              </a:ext>
            </a:extLst>
          </p:cNvPr>
          <p:cNvSpPr/>
          <p:nvPr/>
        </p:nvSpPr>
        <p:spPr>
          <a:xfrm>
            <a:off x="293753" y="1245054"/>
            <a:ext cx="8226937" cy="936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/>
        </p:txBody>
      </p:sp>
      <p:sp>
        <p:nvSpPr>
          <p:cNvPr id="4" name="왼쪽 대괄호 3">
            <a:extLst>
              <a:ext uri="{FF2B5EF4-FFF2-40B4-BE49-F238E27FC236}">
                <a16:creationId xmlns:a16="http://schemas.microsoft.com/office/drawing/2014/main" id="{EFEB24E6-0ACA-4A52-A1CD-8D990A429400}"/>
              </a:ext>
            </a:extLst>
          </p:cNvPr>
          <p:cNvSpPr/>
          <p:nvPr/>
        </p:nvSpPr>
        <p:spPr>
          <a:xfrm>
            <a:off x="316984" y="1271061"/>
            <a:ext cx="74901" cy="864000"/>
          </a:xfrm>
          <a:prstGeom prst="leftBracket">
            <a:avLst/>
          </a:prstGeom>
          <a:solidFill>
            <a:schemeClr val="accent5">
              <a:lumMod val="75000"/>
            </a:schemeClr>
          </a:solidFill>
          <a:ln w="825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366507-A6C8-4DAE-8A19-43F1E4EC8C13}"/>
              </a:ext>
            </a:extLst>
          </p:cNvPr>
          <p:cNvSpPr/>
          <p:nvPr/>
        </p:nvSpPr>
        <p:spPr>
          <a:xfrm>
            <a:off x="563008" y="5428280"/>
            <a:ext cx="76884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B636FDC-A986-4508-AD3A-5C6A2141CD3E}"/>
              </a:ext>
            </a:extLst>
          </p:cNvPr>
          <p:cNvSpPr/>
          <p:nvPr/>
        </p:nvSpPr>
        <p:spPr>
          <a:xfrm>
            <a:off x="352908" y="2843460"/>
            <a:ext cx="2520922" cy="1775194"/>
          </a:xfrm>
          <a:prstGeom prst="roundRect">
            <a:avLst/>
          </a:prstGeom>
          <a:noFill/>
          <a:ln w="222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200000"/>
              </a:lnSpc>
            </a:p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961F331-E287-4A7E-9DAD-0DD2F28459C3}"/>
              </a:ext>
            </a:extLst>
          </p:cNvPr>
          <p:cNvSpPr/>
          <p:nvPr/>
        </p:nvSpPr>
        <p:spPr>
          <a:xfrm>
            <a:off x="3094687" y="2843460"/>
            <a:ext cx="2520922" cy="1775194"/>
          </a:xfrm>
          <a:prstGeom prst="roundRect">
            <a:avLst/>
          </a:prstGeom>
          <a:noFill/>
          <a:ln w="222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200000"/>
              </a:lnSpc>
            </a:p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E55F329-CB24-4EF9-92AB-E1091D5FB4C0}"/>
              </a:ext>
            </a:extLst>
          </p:cNvPr>
          <p:cNvSpPr/>
          <p:nvPr/>
        </p:nvSpPr>
        <p:spPr>
          <a:xfrm>
            <a:off x="5836465" y="2843460"/>
            <a:ext cx="2520922" cy="1775194"/>
          </a:xfrm>
          <a:prstGeom prst="roundRect">
            <a:avLst/>
          </a:prstGeom>
          <a:noFill/>
          <a:ln w="2222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20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3336659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2719399" y="1995427"/>
            <a:ext cx="370679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</a:p>
        </p:txBody>
      </p:sp>
      <p:cxnSp>
        <p:nvCxnSpPr>
          <p:cNvPr id="27" name="직선 연결선 26"/>
          <p:cNvCxnSpPr/>
          <p:nvPr/>
        </p:nvCxnSpPr>
        <p:spPr>
          <a:xfrm>
            <a:off x="4269276" y="3320214"/>
            <a:ext cx="607038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3038873" y="4224399"/>
            <a:ext cx="3067844" cy="638175"/>
            <a:chOff x="2962275" y="5019675"/>
            <a:chExt cx="3067844" cy="638175"/>
          </a:xfrm>
        </p:grpSpPr>
        <p:grpSp>
          <p:nvGrpSpPr>
            <p:cNvPr id="4" name="그룹 3"/>
            <p:cNvGrpSpPr/>
            <p:nvPr/>
          </p:nvGrpSpPr>
          <p:grpSpPr>
            <a:xfrm>
              <a:off x="2962275" y="5019675"/>
              <a:ext cx="609600" cy="609600"/>
              <a:chOff x="2962275" y="5019675"/>
              <a:chExt cx="609600" cy="609600"/>
            </a:xfrm>
          </p:grpSpPr>
          <p:sp>
            <p:nvSpPr>
              <p:cNvPr id="2" name="타원 1"/>
              <p:cNvSpPr/>
              <p:nvPr/>
            </p:nvSpPr>
            <p:spPr>
              <a:xfrm>
                <a:off x="2962275" y="5019675"/>
                <a:ext cx="609600" cy="609600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dirty="0"/>
              </a:p>
            </p:txBody>
          </p:sp>
          <p:pic>
            <p:nvPicPr>
              <p:cNvPr id="3" name="그림 2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5125" y="5163000"/>
                <a:ext cx="342000" cy="342000"/>
              </a:xfrm>
              <a:prstGeom prst="rect">
                <a:avLst/>
              </a:prstGeom>
            </p:spPr>
          </p:pic>
        </p:grpSp>
        <p:grpSp>
          <p:nvGrpSpPr>
            <p:cNvPr id="8" name="그룹 7"/>
            <p:cNvGrpSpPr/>
            <p:nvPr/>
          </p:nvGrpSpPr>
          <p:grpSpPr>
            <a:xfrm>
              <a:off x="3781690" y="5029200"/>
              <a:ext cx="609600" cy="609600"/>
              <a:chOff x="2962275" y="5019675"/>
              <a:chExt cx="609600" cy="609600"/>
            </a:xfrm>
          </p:grpSpPr>
          <p:sp>
            <p:nvSpPr>
              <p:cNvPr id="9" name="타원 8"/>
              <p:cNvSpPr/>
              <p:nvPr/>
            </p:nvSpPr>
            <p:spPr>
              <a:xfrm>
                <a:off x="2962275" y="5019675"/>
                <a:ext cx="609600" cy="609600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pic>
            <p:nvPicPr>
              <p:cNvPr id="10" name="그림 9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5125" y="5163000"/>
                <a:ext cx="342000" cy="342000"/>
              </a:xfrm>
              <a:prstGeom prst="rect">
                <a:avLst/>
              </a:prstGeom>
            </p:spPr>
          </p:pic>
        </p:grpSp>
        <p:grpSp>
          <p:nvGrpSpPr>
            <p:cNvPr id="11" name="그룹 10"/>
            <p:cNvGrpSpPr/>
            <p:nvPr/>
          </p:nvGrpSpPr>
          <p:grpSpPr>
            <a:xfrm>
              <a:off x="4601105" y="5038725"/>
              <a:ext cx="609600" cy="609600"/>
              <a:chOff x="2962275" y="5019675"/>
              <a:chExt cx="609600" cy="609600"/>
            </a:xfrm>
          </p:grpSpPr>
          <p:sp>
            <p:nvSpPr>
              <p:cNvPr id="12" name="타원 11"/>
              <p:cNvSpPr/>
              <p:nvPr/>
            </p:nvSpPr>
            <p:spPr>
              <a:xfrm>
                <a:off x="2962275" y="5019675"/>
                <a:ext cx="609600" cy="609600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3" name="그림 12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5125" y="5163000"/>
                <a:ext cx="342000" cy="342000"/>
              </a:xfrm>
              <a:prstGeom prst="rect">
                <a:avLst/>
              </a:prstGeom>
            </p:spPr>
          </p:pic>
        </p:grpSp>
        <p:grpSp>
          <p:nvGrpSpPr>
            <p:cNvPr id="14" name="그룹 13"/>
            <p:cNvGrpSpPr/>
            <p:nvPr/>
          </p:nvGrpSpPr>
          <p:grpSpPr>
            <a:xfrm>
              <a:off x="5420519" y="5048250"/>
              <a:ext cx="609600" cy="609600"/>
              <a:chOff x="2962275" y="5019675"/>
              <a:chExt cx="609600" cy="609600"/>
            </a:xfrm>
          </p:grpSpPr>
          <p:sp>
            <p:nvSpPr>
              <p:cNvPr id="15" name="타원 14"/>
              <p:cNvSpPr/>
              <p:nvPr/>
            </p:nvSpPr>
            <p:spPr>
              <a:xfrm>
                <a:off x="2962275" y="5019675"/>
                <a:ext cx="609600" cy="609600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6" name="그림 15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5125" y="5163000"/>
                <a:ext cx="342000" cy="342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550931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4D900"/>
        </a:solidFill>
        <a:ln w="76200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테마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테마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1480</TotalTime>
  <Words>366</Words>
  <Application>Microsoft Office PowerPoint</Application>
  <PresentationFormat>사용자 지정</PresentationFormat>
  <Paragraphs>106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22" baseType="lpstr">
      <vt:lpstr>Noto Sans KR</vt:lpstr>
      <vt:lpstr>Noto Sans KR Black</vt:lpstr>
      <vt:lpstr>Noto Sans KR DemiLight</vt:lpstr>
      <vt:lpstr>Noto Sans KR Medium</vt:lpstr>
      <vt:lpstr>Noto Sans KR Thin</vt:lpstr>
      <vt:lpstr>나눔스퀘어</vt:lpstr>
      <vt:lpstr>나눔스퀘어 Bold</vt:lpstr>
      <vt:lpstr>나눔스퀘어 ExtraBold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Main Title</dc:title>
  <dc:creator>N1511003-pc</dc:creator>
  <cp:lastModifiedBy>박형식</cp:lastModifiedBy>
  <cp:revision>221</cp:revision>
  <dcterms:created xsi:type="dcterms:W3CDTF">2016-11-17T08:11:02Z</dcterms:created>
  <dcterms:modified xsi:type="dcterms:W3CDTF">2025-08-21T08:50:30Z</dcterms:modified>
</cp:coreProperties>
</file>