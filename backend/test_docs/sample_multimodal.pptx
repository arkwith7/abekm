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Multimodal PPTX 테스트</a:t>
            </a:r>
          </a:p>
          <a:p>
            <a:pPr lvl="1" algn="l"/>
            <a:r>
              <a:t>표와 이미지, 차트를 포함합니다.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pptx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